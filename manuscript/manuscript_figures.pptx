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Quantifying the feasibility boundary of localized thermospheric density enhancement for selective orbital debris decay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• T. Onishi — boundary study, synthetic targets only</a:t>
            </a:r>
          </a:p>
          <a:p>
            <a:r>
              <a:rPr sz="1600"/>
              <a:t>• Question: can a localized thermospheric density increase selectively de-orbit LEO debris without dragging protected spacecraft?</a:t>
            </a:r>
          </a:p>
          <a:p>
            <a:r>
              <a:rPr sz="1600"/>
              <a:t>• Approach: NRLMSISE-00 climatology, validated J2-secular and Cowell propagators, abstract Gaussian density perturbations</a:t>
            </a:r>
          </a:p>
          <a:p>
            <a:r>
              <a:rPr sz="1600"/>
              <a:t>• All numbers regenerate from code (make all)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Key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• Earth-fixed pulse: 3.98e-3 m/s per event (4.4% duty cycle) = 3.5% of natural drag over the same window</a:t>
            </a:r>
          </a:p>
          <a:p>
            <a:r>
              <a:rPr sz="1600"/>
              <a:t>• Idealized co-location bound: 6.87 m/s/day = delta x natural drag — an upper bound, not a mechanism</a:t>
            </a:r>
          </a:p>
          <a:p>
            <a:r>
              <a:rPr sz="1600"/>
              <a:t>• Gap decomposition: duration 12x x occupancy 22.5x x in-patch amplitude 6.3x closes to 1.5%</a:t>
            </a:r>
          </a:p>
          <a:p>
            <a:r>
              <a:rPr sz="1600"/>
              <a:t>• Localization buys collateral suppression, not benefit; the comparison depends on the matching convention</a:t>
            </a:r>
          </a:p>
          <a:p>
            <a:r>
              <a:rPr sz="1600"/>
              <a:t>• Transport: 11/27 surveyed design combinations survive 1 h; none when selective patches meet 100 m/s winds</a:t>
            </a:r>
          </a:p>
          <a:p>
            <a:r>
              <a:rPr sz="1600"/>
              <a:t>• Energetics: ~5.80e7 W sustained (thermodynamic lower bound) for delta=5 over a 200 km patch at 400 km</a:t>
            </a:r>
          </a:p>
          <a:p>
            <a:r>
              <a:rPr sz="1600"/>
              <a:t>• Co-orbital protected twins absorb comparable delta-v — selectivity fails by geometry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3" name="Picture 2" descr="fig1_density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5715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1. NRLMSISE-00 climatological mass-density profiles (200-800 km) for the four solar/geomagnetic regimes used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2</a:t>
            </a:r>
          </a:p>
        </p:txBody>
      </p:sp>
      <p:pic>
        <p:nvPicPr>
          <p:cNvPr id="3" name="Picture 2" descr="fig2_lifetim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2. Baseline decay lifetime (log10 days) over altitude and ballistic coefficient B in the moderate regime; cells at the horizon are right-censored.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3</a:t>
            </a:r>
          </a:p>
        </p:txBody>
      </p:sp>
      <p:pic>
        <p:nvPicPr>
          <p:cNvPr id="3" name="Picture 2" descr="fig3_collat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3. Absolute collateral delta-v imparted to protected objects under uniform versus localized enhancement, by case pair.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4</a:t>
            </a:r>
          </a:p>
        </p:txBody>
      </p:sp>
      <p:pic>
        <p:nvPicPr>
          <p:cNvPr id="3" name="Picture 2" descr="fig7_matched_exp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10287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4. Target benefit (left) and protected-object collateral (right) under four matching conventions: the idealized localized bound, matched target exposure, matched enhanced spacetime volume, and matched lower-bound thermal energy.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5</a:t>
            </a:r>
          </a:p>
        </p:txBody>
      </p:sp>
      <p:pic>
        <p:nvPicPr>
          <p:cNvPr id="3" name="Picture 2" descr="fig6_scaling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5715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5. Simulated extra delta-v against the predicted value rho*delta*v_rel^2*T/(2B); all regimes, altitudes and ballistic coefficients collapse onto the identity 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6</a:t>
            </a:r>
          </a:p>
        </p:txBody>
      </p:sp>
      <p:pic>
        <p:nvPicPr>
          <p:cNvPr id="3" name="Picture 2" descr="fig4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6. Target extra delta-v versus intervention reference time for a best-case-sited fixed pulse and for a 4 h tracking window.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7</a:t>
            </a:r>
          </a:p>
        </p:txBody>
      </p:sp>
      <p:pic>
        <p:nvPicPr>
          <p:cNvPr id="3" name="Picture 2" descr="fig5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62865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7. Target benefit against protected-object collateral over the design sweep; the Pareto front is highlighted and colour encodes horizontal patch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8</a:t>
            </a:r>
          </a:p>
        </p:txBody>
      </p:sp>
      <p:pic>
        <p:nvPicPr>
          <p:cNvPr id="3" name="Picture 2" descr="fig8_energy_b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62865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8. Sustained power corresponding to the thermodynamic lower bounds of Table 8, versus altitude and enhancement amplitude.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S1</a:t>
            </a:r>
          </a:p>
        </p:txBody>
      </p:sp>
      <p:pic>
        <p:nvPicPr>
          <p:cNvPr id="3" name="Picture 2" descr="figS4_transport_grid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S1. Transport-grid sensitivity of the surviving fraction.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S2</a:t>
            </a:r>
          </a:p>
        </p:txBody>
      </p:sp>
      <p:pic>
        <p:nvPicPr>
          <p:cNvPr id="3" name="Picture 2" descr="figS2_mc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5715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S2. Monte Carlo distribution of target extra delta-v.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S3</a:t>
            </a:r>
          </a:p>
        </p:txBody>
      </p:sp>
      <p:pic>
        <p:nvPicPr>
          <p:cNvPr id="3" name="Picture 2" descr="figS3_so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S3. Sobol' first-order and total-order indices.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S4</a:t>
            </a:r>
          </a:p>
        </p:txBody>
      </p:sp>
      <p:pic>
        <p:nvPicPr>
          <p:cNvPr id="3" name="Picture 2" descr="figS1_negative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8001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S4. Extra delta-v for each mandatory negative control.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• Selective thermospheric drag is mathematically well-posed and energetically quantifiable</a:t>
            </a:r>
          </a:p>
          <a:p>
            <a:r>
              <a:rPr sz="1600"/>
              <a:t>• It is bounded by three gates: transit geometry, atmospheric transport, and shared-trajectory collateral</a:t>
            </a:r>
          </a:p>
          <a:p>
            <a:r>
              <a:rPr sz="1600"/>
              <a:t>• Feasibility window is narrow and likely closed by transport physics — a quantitatively bounded negative result</a:t>
            </a:r>
          </a:p>
          <a:p>
            <a:r>
              <a:rPr sz="1600"/>
              <a:t>• No hardware, no operational spacecraft targeted; synthetic objects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