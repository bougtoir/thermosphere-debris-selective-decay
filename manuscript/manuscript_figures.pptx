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Quantifying the feasibility boundary of localized thermospheric density enhancement for selective orbital debris decay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• T. Onishi et al. — boundary study, synthetic targets only</a:t>
            </a:r>
          </a:p>
          <a:p>
            <a:r>
              <a:rPr sz="1600"/>
              <a:t>• Question: can a localized thermospheric density increase selectively de-orbit LEO debris without dragging protected spacecraft?</a:t>
            </a:r>
          </a:p>
          <a:p>
            <a:r>
              <a:rPr sz="1600"/>
              <a:t>• Approach: NRLMSISE-00 climatology, validated J2-secular and Cowell propagators, abstract Gaussian density perturbations</a:t>
            </a:r>
          </a:p>
          <a:p>
            <a:r>
              <a:rPr sz="1600"/>
              <a:t>• All numbers regenerate from code (make all)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Key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• Earth-fixed pulse adds only ~4.32e-6 m/s per event to the case-A target (single tens-of-seconds transit)</a:t>
            </a:r>
          </a:p>
          <a:p>
            <a:r>
              <a:rPr sz="1600"/>
              <a:t>• Idealized on-target tracking bound: 7.45e-3 m/s per day</a:t>
            </a:r>
          </a:p>
          <a:p>
            <a:r>
              <a:rPr sz="1600"/>
              <a:t>• Localization changes collateral, not benefit: selectivity 16.0 (uniform) vs 1.49e6 (localized) for the same target benefit</a:t>
            </a:r>
          </a:p>
          <a:p>
            <a:r>
              <a:rPr sz="1600"/>
              <a:t>• Scaling collapse: Pi = dv B/(rho delta v^2 T) = 1.02 ± 0.02 (R^2 = 0.9999)</a:t>
            </a:r>
          </a:p>
          <a:p>
            <a:r>
              <a:rPr sz="1600"/>
              <a:t>• Transport limit: only 41% of (kappa, u) combinations let a patch survive one hour</a:t>
            </a:r>
          </a:p>
          <a:p>
            <a:r>
              <a:rPr sz="1600"/>
              <a:t>• Co-orbital protected twins absorb comparable delta-v — selectivity fails by geometry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fig1_density_pro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5715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1. NRLMSISE-00 climatological mass-density profiles (200-800 km) for the four solar/geomagnetic regimes used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fig2_lifetim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2. Baseline decay lifetime (log10 days) over altitude and ballistic coefficient B in the moderate regime.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3</a:t>
            </a:r>
          </a:p>
        </p:txBody>
      </p:sp>
      <p:pic>
        <p:nvPicPr>
          <p:cNvPr id="3" name="Picture 2" descr="fig3_collat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3. Absolute collateral delta-v imparted to protected objects under uniform versus localized enhancement, by case pair.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4</a:t>
            </a:r>
          </a:p>
        </p:txBody>
      </p:sp>
      <p:pic>
        <p:nvPicPr>
          <p:cNvPr id="3" name="Picture 2" descr="fig4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4. Target extra delta-v versus intervention reference time for a best-case-sited fixed pulse and for a 4 h tracking window.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5</a:t>
            </a:r>
          </a:p>
        </p:txBody>
      </p:sp>
      <p:pic>
        <p:nvPicPr>
          <p:cNvPr id="3" name="Picture 2" descr="fig5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2865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5. Target benefit against protected-object collateral over the design sweep; the Pareto front is highlighted and colour encodes horizontal patch scale.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6</a:t>
            </a:r>
          </a:p>
        </p:txBody>
      </p:sp>
      <p:pic>
        <p:nvPicPr>
          <p:cNvPr id="3" name="Picture 2" descr="fig6_scaling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5715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6. Simulated extra delta-v against the predicted value rho*delta*v^2*T/(2B); all regimes, altitudes and ballistic coefficients collapse onto the identity 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S1</a:t>
            </a:r>
          </a:p>
        </p:txBody>
      </p:sp>
      <p:pic>
        <p:nvPicPr>
          <p:cNvPr id="3" name="Picture 2" descr="figS1_negative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8001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S1. Extra delta-v for each mandatory negative control.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S2</a:t>
            </a:r>
          </a:p>
        </p:txBody>
      </p:sp>
      <p:pic>
        <p:nvPicPr>
          <p:cNvPr id="3" name="Picture 2" descr="figS2_mc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5715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S2. Monte Carlo distribution of target extra delta-v.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S3</a:t>
            </a:r>
          </a:p>
        </p:txBody>
      </p:sp>
      <p:pic>
        <p:nvPicPr>
          <p:cNvPr id="3" name="Picture 2" descr="figS3_so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51560"/>
            <a:ext cx="685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064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Figure S3. Sobol' first-order and total-order indices.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/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• Selective thermospheric drag is mathematically well-posed and energetically quantifiable</a:t>
            </a:r>
          </a:p>
          <a:p>
            <a:r>
              <a:rPr sz="1600"/>
              <a:t>• It is bounded by three gates: transit geometry, atmospheric transport, and shared-trajectory collateral</a:t>
            </a:r>
          </a:p>
          <a:p>
            <a:r>
              <a:rPr sz="1600"/>
              <a:t>• Feasibility window is narrow and likely closed by transport physics — a quantitatively bounded negative result</a:t>
            </a:r>
          </a:p>
          <a:p>
            <a:r>
              <a:rPr sz="1600"/>
              <a:t>• No hardware, no operational spacecraft targeted; synthetic objects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